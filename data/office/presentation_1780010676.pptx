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2286000" cy="36576"/>
          </a:xfrm>
          <a:prstGeom prst="rect">
            <a:avLst/>
          </a:prstGeom>
          <a:solidFill>
            <a:srgbClr val="2B5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Helvetica"/>
              </a:defRPr>
            </a:pPr>
            <a:r>
              <a:t>第一页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第二页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6A7A"/>
                </a:solidFill>
                <a:latin typeface="Helvetica"/>
              </a:defRPr>
            </a:pPr>
            <a:r>
              <a:t>（无内容）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46520"/>
            <a:ext cx="10545775" cy="1371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